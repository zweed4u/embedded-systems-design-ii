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945600" cy="14630400"/>
  <p:notesSz cx="6858000" cy="9144000"/>
  <p:defaultTextStyle>
    <a:defPPr>
      <a:defRPr lang="en-US"/>
    </a:defPPr>
    <a:lvl1pPr marL="0" algn="l" defTabSz="1755648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1pPr>
    <a:lvl2pPr marL="877824" algn="l" defTabSz="1755648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2pPr>
    <a:lvl3pPr marL="1755648" algn="l" defTabSz="1755648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3pPr>
    <a:lvl4pPr marL="2633472" algn="l" defTabSz="1755648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4pPr>
    <a:lvl5pPr marL="3511296" algn="l" defTabSz="1755648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5pPr>
    <a:lvl6pPr marL="4389120" algn="l" defTabSz="1755648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6pPr>
    <a:lvl7pPr marL="5266944" algn="l" defTabSz="1755648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7pPr>
    <a:lvl8pPr marL="6144768" algn="l" defTabSz="1755648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8pPr>
    <a:lvl9pPr marL="7022592" algn="l" defTabSz="1755648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08" userDrawn="1">
          <p15:clr>
            <a:srgbClr val="A4A3A4"/>
          </p15:clr>
        </p15:guide>
        <p15:guide id="2" pos="6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320" y="306"/>
      </p:cViewPr>
      <p:guideLst>
        <p:guide orient="horz" pos="460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394374"/>
            <a:ext cx="18653760" cy="5093547"/>
          </a:xfrm>
        </p:spPr>
        <p:txBody>
          <a:bodyPr anchor="b"/>
          <a:lstStyle>
            <a:lvl1pPr algn="ctr"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7684348"/>
            <a:ext cx="16459200" cy="3532292"/>
          </a:xfrm>
        </p:spPr>
        <p:txBody>
          <a:bodyPr/>
          <a:lstStyle>
            <a:lvl1pPr marL="0" indent="0" algn="ctr">
              <a:buNone/>
              <a:defRPr sz="5120"/>
            </a:lvl1pPr>
            <a:lvl2pPr marL="975345" indent="0" algn="ctr">
              <a:buNone/>
              <a:defRPr sz="4267"/>
            </a:lvl2pPr>
            <a:lvl3pPr marL="1950690" indent="0" algn="ctr">
              <a:buNone/>
              <a:defRPr sz="3840"/>
            </a:lvl3pPr>
            <a:lvl4pPr marL="2926034" indent="0" algn="ctr">
              <a:buNone/>
              <a:defRPr sz="3413"/>
            </a:lvl4pPr>
            <a:lvl5pPr marL="3901379" indent="0" algn="ctr">
              <a:buNone/>
              <a:defRPr sz="3413"/>
            </a:lvl5pPr>
            <a:lvl6pPr marL="4876724" indent="0" algn="ctr">
              <a:buNone/>
              <a:defRPr sz="3413"/>
            </a:lvl6pPr>
            <a:lvl7pPr marL="5852069" indent="0" algn="ctr">
              <a:buNone/>
              <a:defRPr sz="3413"/>
            </a:lvl7pPr>
            <a:lvl8pPr marL="6827413" indent="0" algn="ctr">
              <a:buNone/>
              <a:defRPr sz="3413"/>
            </a:lvl8pPr>
            <a:lvl9pPr marL="7802758" indent="0" algn="ctr">
              <a:buNone/>
              <a:defRPr sz="341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31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0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3647444"/>
            <a:ext cx="18928080" cy="6085839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9790858"/>
            <a:ext cx="18928080" cy="3200399"/>
          </a:xfrm>
        </p:spPr>
        <p:txBody>
          <a:bodyPr/>
          <a:lstStyle>
            <a:lvl1pPr marL="0" indent="0">
              <a:buNone/>
              <a:defRPr sz="5120">
                <a:solidFill>
                  <a:schemeClr val="tx1"/>
                </a:solidFill>
              </a:defRPr>
            </a:lvl1pPr>
            <a:lvl2pPr marL="975345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2pPr>
            <a:lvl3pPr marL="195069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3pPr>
            <a:lvl4pPr marL="2926034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4pPr>
            <a:lvl5pPr marL="3901379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5pPr>
            <a:lvl6pPr marL="4876724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6pPr>
            <a:lvl7pPr marL="5852069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7pPr>
            <a:lvl8pPr marL="6827413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8pPr>
            <a:lvl9pPr marL="7802758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5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3894667"/>
            <a:ext cx="9326880" cy="928285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3894667"/>
            <a:ext cx="9326880" cy="928285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9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778936"/>
            <a:ext cx="18928080" cy="28278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3586481"/>
            <a:ext cx="9284016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5344160"/>
            <a:ext cx="9284016" cy="786045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3586481"/>
            <a:ext cx="9329738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5344160"/>
            <a:ext cx="9329738" cy="786045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97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0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910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975360"/>
            <a:ext cx="7078027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2106510"/>
            <a:ext cx="11109960" cy="10397067"/>
          </a:xfrm>
        </p:spPr>
        <p:txBody>
          <a:bodyPr/>
          <a:lstStyle>
            <a:lvl1pPr>
              <a:defRPr sz="6827"/>
            </a:lvl1pPr>
            <a:lvl2pPr>
              <a:defRPr sz="5973"/>
            </a:lvl2pPr>
            <a:lvl3pPr>
              <a:defRPr sz="5120"/>
            </a:lvl3pPr>
            <a:lvl4pPr>
              <a:defRPr sz="4267"/>
            </a:lvl4pPr>
            <a:lvl5pPr>
              <a:defRPr sz="4267"/>
            </a:lvl5pPr>
            <a:lvl6pPr>
              <a:defRPr sz="4267"/>
            </a:lvl6pPr>
            <a:lvl7pPr>
              <a:defRPr sz="4267"/>
            </a:lvl7pPr>
            <a:lvl8pPr>
              <a:defRPr sz="4267"/>
            </a:lvl8pPr>
            <a:lvl9pPr>
              <a:defRPr sz="426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389120"/>
            <a:ext cx="7078027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18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975360"/>
            <a:ext cx="7078027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2106510"/>
            <a:ext cx="11109960" cy="10397067"/>
          </a:xfrm>
        </p:spPr>
        <p:txBody>
          <a:bodyPr anchor="t"/>
          <a:lstStyle>
            <a:lvl1pPr marL="0" indent="0">
              <a:buNone/>
              <a:defRPr sz="6827"/>
            </a:lvl1pPr>
            <a:lvl2pPr marL="975345" indent="0">
              <a:buNone/>
              <a:defRPr sz="5973"/>
            </a:lvl2pPr>
            <a:lvl3pPr marL="1950690" indent="0">
              <a:buNone/>
              <a:defRPr sz="5120"/>
            </a:lvl3pPr>
            <a:lvl4pPr marL="2926034" indent="0">
              <a:buNone/>
              <a:defRPr sz="4267"/>
            </a:lvl4pPr>
            <a:lvl5pPr marL="3901379" indent="0">
              <a:buNone/>
              <a:defRPr sz="4267"/>
            </a:lvl5pPr>
            <a:lvl6pPr marL="4876724" indent="0">
              <a:buNone/>
              <a:defRPr sz="4267"/>
            </a:lvl6pPr>
            <a:lvl7pPr marL="5852069" indent="0">
              <a:buNone/>
              <a:defRPr sz="4267"/>
            </a:lvl7pPr>
            <a:lvl8pPr marL="6827413" indent="0">
              <a:buNone/>
              <a:defRPr sz="4267"/>
            </a:lvl8pPr>
            <a:lvl9pPr marL="7802758" indent="0">
              <a:buNone/>
              <a:defRPr sz="4267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389120"/>
            <a:ext cx="7078027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9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944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778933"/>
            <a:ext cx="4732020" cy="123985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778933"/>
            <a:ext cx="13921740" cy="1239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03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778936"/>
            <a:ext cx="18928080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3894667"/>
            <a:ext cx="18928080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13560217"/>
            <a:ext cx="493776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AB017-BF38-4018-8CD2-038ED649B6B7}" type="datetimeFigureOut">
              <a:rPr lang="en-US" smtClean="0"/>
              <a:t>2/5/2017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13560217"/>
            <a:ext cx="740664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13560217"/>
            <a:ext cx="493776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BDA1D-8AA4-4266-8B2E-AEFE4C1987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131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50690" rtl="0" eaLnBrk="1" latinLnBrk="0" hangingPunct="1">
        <a:lnSpc>
          <a:spcPct val="90000"/>
        </a:lnSpc>
        <a:spcBef>
          <a:spcPct val="0"/>
        </a:spcBef>
        <a:buNone/>
        <a:defRPr sz="93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72" indent="-487672" algn="l" defTabSz="195069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5973" kern="1200">
          <a:solidFill>
            <a:schemeClr val="tx1"/>
          </a:solidFill>
          <a:latin typeface="+mn-lt"/>
          <a:ea typeface="+mn-ea"/>
          <a:cs typeface="+mn-cs"/>
        </a:defRPr>
      </a:lvl1pPr>
      <a:lvl2pPr marL="146301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5120" kern="1200">
          <a:solidFill>
            <a:schemeClr val="tx1"/>
          </a:solidFill>
          <a:latin typeface="+mn-lt"/>
          <a:ea typeface="+mn-ea"/>
          <a:cs typeface="+mn-cs"/>
        </a:defRPr>
      </a:lvl2pPr>
      <a:lvl3pPr marL="2438362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41370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438905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536439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633974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731508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8290430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95069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92603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390137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487672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585206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6827413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7802758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336431" cy="720969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 dirty="0" smtClean="0"/>
              <a:t>Marc Schwartz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 dirty="0" smtClean="0"/>
              <a:t>ESD2-Lab 1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 dirty="0" smtClean="0"/>
              <a:t>Block Diagram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0" y="720969"/>
            <a:ext cx="21945600" cy="139094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20969"/>
            <a:ext cx="3437736" cy="62414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Main Architecture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14400" y="1345114"/>
            <a:ext cx="17585" cy="993640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11015" y="2338753"/>
            <a:ext cx="3226721" cy="2145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-set font</a:t>
            </a:r>
          </a:p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-handle exit</a:t>
            </a:r>
          </a:p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-set to main window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437736" y="1037492"/>
            <a:ext cx="536387" cy="0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974123" y="844062"/>
            <a:ext cx="17778046" cy="136104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974123" y="844062"/>
            <a:ext cx="2839111" cy="6241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Main_Window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369721" y="1468207"/>
            <a:ext cx="0" cy="1151901"/>
          </a:xfrm>
          <a:prstGeom prst="straightConnector1">
            <a:avLst/>
          </a:prstGeom>
          <a:ln w="762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062046" y="2620108"/>
            <a:ext cx="2549770" cy="15650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-set keyboard key signals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813234" y="1468207"/>
            <a:ext cx="0" cy="3015870"/>
          </a:xfrm>
          <a:prstGeom prst="straightConnector1">
            <a:avLst/>
          </a:prstGeom>
          <a:ln w="762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062045" y="4484077"/>
            <a:ext cx="3349813" cy="221566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-def keyPressEvents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[</a:t>
            </a:r>
            <a:r>
              <a:rPr lang="en-US" dirty="0" smtClean="0">
                <a:solidFill>
                  <a:sysClr val="windowText" lastClr="000000"/>
                </a:solidFill>
              </a:rPr>
              <a:t>send key signals]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6813234" y="1037492"/>
            <a:ext cx="2014243" cy="0"/>
          </a:xfrm>
          <a:prstGeom prst="straightConnector1">
            <a:avLst/>
          </a:prstGeom>
          <a:ln w="762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610600" y="1037492"/>
            <a:ext cx="13018477" cy="1329397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845062" y="1033041"/>
            <a:ext cx="1254446" cy="62414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Arena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8914648" y="1657186"/>
            <a:ext cx="8741" cy="9158575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028899" y="2378155"/>
            <a:ext cx="2330765" cy="11739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-paint background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0117093" y="1225469"/>
            <a:ext cx="2014242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2131336" y="1195754"/>
            <a:ext cx="9374650" cy="130126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2131335" y="1195754"/>
            <a:ext cx="1219245" cy="6241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Rover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9028898" y="4129940"/>
            <a:ext cx="2330765" cy="17584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-def start rover on click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28897" y="6453554"/>
            <a:ext cx="2330765" cy="11739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-setup timer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046481" y="7923986"/>
            <a:ext cx="2330765" cy="17123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-def call rover on timer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39635" y="9959570"/>
            <a:ext cx="2330765" cy="17123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-def resize events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8" name="Straight Arrow Connector 37"/>
          <p:cNvCxnSpPr>
            <a:endCxn id="34" idx="1"/>
          </p:cNvCxnSpPr>
          <p:nvPr/>
        </p:nvCxnSpPr>
        <p:spPr>
          <a:xfrm>
            <a:off x="8931421" y="10815761"/>
            <a:ext cx="108214" cy="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33" idx="1"/>
          </p:cNvCxnSpPr>
          <p:nvPr/>
        </p:nvCxnSpPr>
        <p:spPr>
          <a:xfrm>
            <a:off x="8922713" y="8780177"/>
            <a:ext cx="123768" cy="1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8905129" y="7010563"/>
            <a:ext cx="123768" cy="1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914259" y="4881846"/>
            <a:ext cx="123768" cy="1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8905129" y="2753130"/>
            <a:ext cx="123768" cy="1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30" idx="3"/>
          </p:cNvCxnSpPr>
          <p:nvPr/>
        </p:nvCxnSpPr>
        <p:spPr>
          <a:xfrm flipV="1">
            <a:off x="13350580" y="1507826"/>
            <a:ext cx="4691235" cy="1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8041815" y="1345113"/>
            <a:ext cx="3355709" cy="6595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-encoder setup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2723947" y="2211101"/>
            <a:ext cx="3355709" cy="12003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-def paint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[</a:t>
            </a:r>
            <a:r>
              <a:rPr lang="en-US" dirty="0" smtClean="0">
                <a:solidFill>
                  <a:sysClr val="windowText" lastClr="000000"/>
                </a:solidFill>
              </a:rPr>
              <a:t>paints rover]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2723946" y="3802617"/>
            <a:ext cx="4596900" cy="17189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-def manual_moves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[</a:t>
            </a:r>
            <a:r>
              <a:rPr lang="en-US" dirty="0" smtClean="0">
                <a:solidFill>
                  <a:sysClr val="windowText" lastClr="000000"/>
                </a:solidFill>
              </a:rPr>
              <a:t>sets flag for manual movements]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2740957" y="5888402"/>
            <a:ext cx="4596900" cy="23939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-def forward(ticks)</a:t>
            </a:r>
          </a:p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[calculate forward coordinates, move forward for each tick]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2723945" y="8475784"/>
            <a:ext cx="5317869" cy="14837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-def forward(ticks,direction)</a:t>
            </a:r>
          </a:p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[turn rover 45</a:t>
            </a:r>
            <a:r>
              <a:rPr lang="en-US" baseline="30000" dirty="0" smtClean="0">
                <a:solidFill>
                  <a:sysClr val="windowText" lastClr="000000"/>
                </a:solidFill>
              </a:rPr>
              <a:t>o</a:t>
            </a:r>
            <a:r>
              <a:rPr lang="en-US" dirty="0" smtClean="0">
                <a:solidFill>
                  <a:sysClr val="windowText" lastClr="000000"/>
                </a:solidFill>
              </a:rPr>
              <a:t> per tick]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2740957" y="10188167"/>
            <a:ext cx="5317869" cy="14837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-def move</a:t>
            </a:r>
          </a:p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[read encoder data, send move commands]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12361985" y="1819899"/>
            <a:ext cx="23526" cy="9110161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endCxn id="56" idx="1"/>
          </p:cNvCxnSpPr>
          <p:nvPr/>
        </p:nvCxnSpPr>
        <p:spPr>
          <a:xfrm>
            <a:off x="12403096" y="10930060"/>
            <a:ext cx="337861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12385511" y="9217677"/>
            <a:ext cx="337861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12403095" y="6884052"/>
            <a:ext cx="337861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12385510" y="2811258"/>
            <a:ext cx="337861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12385510" y="4662093"/>
            <a:ext cx="337861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/>
          <p:cNvCxnSpPr>
            <a:stCxn id="33" idx="3"/>
            <a:endCxn id="56" idx="1"/>
          </p:cNvCxnSpPr>
          <p:nvPr/>
        </p:nvCxnSpPr>
        <p:spPr>
          <a:xfrm>
            <a:off x="11377246" y="8780178"/>
            <a:ext cx="1363711" cy="2149882"/>
          </a:xfrm>
          <a:prstGeom prst="bentConnector3">
            <a:avLst>
              <a:gd name="adj1" fmla="val 44412"/>
            </a:avLst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53" idx="3"/>
          </p:cNvCxnSpPr>
          <p:nvPr/>
        </p:nvCxnSpPr>
        <p:spPr>
          <a:xfrm>
            <a:off x="17320846" y="4662093"/>
            <a:ext cx="1771198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19077390" y="4662093"/>
            <a:ext cx="14654" cy="4118084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flipH="1" flipV="1">
            <a:off x="17355442" y="6427652"/>
            <a:ext cx="1732658" cy="11248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H="1" flipV="1">
            <a:off x="18041242" y="8763306"/>
            <a:ext cx="1050802" cy="11248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18058826" y="10930060"/>
            <a:ext cx="519375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18566643" y="6721135"/>
            <a:ext cx="0" cy="4208925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H="1" flipV="1">
            <a:off x="18041243" y="9232161"/>
            <a:ext cx="532507" cy="26139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H="1" flipV="1">
            <a:off x="17352427" y="6721135"/>
            <a:ext cx="1202661" cy="2614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94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115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Rochester Institute of Technology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 Schwartz (RIT Student)</dc:creator>
  <cp:lastModifiedBy>Marc Schwartz (RIT Student)</cp:lastModifiedBy>
  <cp:revision>22</cp:revision>
  <dcterms:created xsi:type="dcterms:W3CDTF">2017-02-05T16:07:39Z</dcterms:created>
  <dcterms:modified xsi:type="dcterms:W3CDTF">2017-02-05T16:34:18Z</dcterms:modified>
</cp:coreProperties>
</file>